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19"/>
  </p:notesMasterIdLst>
  <p:sldIdLst>
    <p:sldId id="256" r:id="rId2"/>
    <p:sldId id="257" r:id="rId3"/>
    <p:sldId id="329" r:id="rId4"/>
    <p:sldId id="330" r:id="rId5"/>
    <p:sldId id="331" r:id="rId6"/>
    <p:sldId id="332" r:id="rId7"/>
    <p:sldId id="333" r:id="rId8"/>
    <p:sldId id="334" r:id="rId9"/>
    <p:sldId id="335" r:id="rId10"/>
    <p:sldId id="336" r:id="rId11"/>
    <p:sldId id="337" r:id="rId12"/>
    <p:sldId id="338" r:id="rId13"/>
    <p:sldId id="339" r:id="rId14"/>
    <p:sldId id="340" r:id="rId15"/>
    <p:sldId id="312" r:id="rId16"/>
    <p:sldId id="341"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13" d="100"/>
          <a:sy n="113" d="100"/>
        </p:scale>
        <p:origin x="4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C435A0-05A6-4E3D-A695-69D15BC0F411}"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D7D4A-EB5D-4399-81B0-DAC8D15ECA56}" type="slidenum">
              <a:rPr lang="en-US" smtClean="0"/>
              <a:t>‹#›</a:t>
            </a:fld>
            <a:endParaRPr lang="en-US"/>
          </a:p>
        </p:txBody>
      </p:sp>
    </p:spTree>
    <p:extLst>
      <p:ext uri="{BB962C8B-B14F-4D97-AF65-F5344CB8AC3E}">
        <p14:creationId xmlns:p14="http://schemas.microsoft.com/office/powerpoint/2010/main" val="1596301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15</a:t>
            </a:fld>
            <a:endParaRPr lang="en-US"/>
          </a:p>
        </p:txBody>
      </p:sp>
    </p:spTree>
    <p:extLst>
      <p:ext uri="{BB962C8B-B14F-4D97-AF65-F5344CB8AC3E}">
        <p14:creationId xmlns:p14="http://schemas.microsoft.com/office/powerpoint/2010/main" val="486331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DD7D4A-EB5D-4399-81B0-DAC8D15ECA56}" type="slidenum">
              <a:rPr lang="en-US" smtClean="0"/>
              <a:t>16</a:t>
            </a:fld>
            <a:endParaRPr lang="en-US"/>
          </a:p>
        </p:txBody>
      </p:sp>
    </p:spTree>
    <p:extLst>
      <p:ext uri="{BB962C8B-B14F-4D97-AF65-F5344CB8AC3E}">
        <p14:creationId xmlns:p14="http://schemas.microsoft.com/office/powerpoint/2010/main" val="510840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5E4670-AD95-46B7-9A52-596AE1E331A2}"/>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a:extLst>
              <a:ext uri="{FF2B5EF4-FFF2-40B4-BE49-F238E27FC236}">
                <a16:creationId xmlns="" xmlns:a16="http://schemas.microsoft.com/office/drawing/2014/main" id="{D2B17232-6D27-4880-BB26-A24605372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a:extLst>
              <a:ext uri="{FF2B5EF4-FFF2-40B4-BE49-F238E27FC236}">
                <a16:creationId xmlns="" xmlns:a16="http://schemas.microsoft.com/office/drawing/2014/main" id="{3330B3D7-6C5F-4C20-B82C-0E0E8A9718ED}"/>
              </a:ext>
            </a:extLst>
          </p:cNvPr>
          <p:cNvSpPr>
            <a:spLocks noGrp="1"/>
          </p:cNvSpPr>
          <p:nvPr>
            <p:ph type="dt" sz="half" idx="10"/>
          </p:nvPr>
        </p:nvSpPr>
        <p:spPr/>
        <p:txBody>
          <a:bodyPr/>
          <a:lstStyle/>
          <a:p>
            <a:fld id="{7837D738-231B-4137-AFBB-E208830310AD}" type="datetime1">
              <a:rPr lang="en-AU" smtClean="0"/>
              <a:t>11/02/2026</a:t>
            </a:fld>
            <a:endParaRPr lang="en-AU" dirty="0"/>
          </a:p>
        </p:txBody>
      </p:sp>
      <p:sp>
        <p:nvSpPr>
          <p:cNvPr id="5" name="Footer Placeholder 4">
            <a:extLst>
              <a:ext uri="{FF2B5EF4-FFF2-40B4-BE49-F238E27FC236}">
                <a16:creationId xmlns="" xmlns:a16="http://schemas.microsoft.com/office/drawing/2014/main" id="{A4F30039-619F-4A9B-A120-B763218CD7B7}"/>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C111A03D-DB6F-4B4F-BF5C-065580485CA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5543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E382C6-B5C9-487E-B837-D93B0F6EB575}"/>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C20132B7-B07F-4951-B5F0-42EBA8BA9FCE}"/>
              </a:ext>
            </a:extLst>
          </p:cNvPr>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6E28A284-B674-4D73-89A1-51C986E3E124}"/>
              </a:ext>
            </a:extLst>
          </p:cNvPr>
          <p:cNvSpPr>
            <a:spLocks noGrp="1"/>
          </p:cNvSpPr>
          <p:nvPr>
            <p:ph type="dt" sz="half" idx="10"/>
          </p:nvPr>
        </p:nvSpPr>
        <p:spPr/>
        <p:txBody>
          <a:bodyPr/>
          <a:lstStyle/>
          <a:p>
            <a:fld id="{A15E7899-C063-4FFB-98FA-5C6CDDB84651}" type="datetime1">
              <a:rPr lang="en-AU" smtClean="0"/>
              <a:t>11/02/2026</a:t>
            </a:fld>
            <a:endParaRPr lang="en-AU" dirty="0"/>
          </a:p>
        </p:txBody>
      </p:sp>
      <p:sp>
        <p:nvSpPr>
          <p:cNvPr id="5" name="Footer Placeholder 4">
            <a:extLst>
              <a:ext uri="{FF2B5EF4-FFF2-40B4-BE49-F238E27FC236}">
                <a16:creationId xmlns="" xmlns:a16="http://schemas.microsoft.com/office/drawing/2014/main" id="{744BE9FB-B69B-4606-A768-CF39C62CC529}"/>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99D61227-F6A6-490E-8D00-8D8E37BB697E}"/>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78875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AADB6A-FE4D-44EB-9C13-40FA216F8BB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5E3C6F31-AE4A-4712-AD26-2D9DF670EC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16:creationId xmlns="" xmlns:a16="http://schemas.microsoft.com/office/drawing/2014/main" id="{446C299C-933F-4603-BFD4-2E56C373E40E}"/>
              </a:ext>
            </a:extLst>
          </p:cNvPr>
          <p:cNvSpPr>
            <a:spLocks noGrp="1"/>
          </p:cNvSpPr>
          <p:nvPr>
            <p:ph type="dt" sz="half" idx="10"/>
          </p:nvPr>
        </p:nvSpPr>
        <p:spPr/>
        <p:txBody>
          <a:bodyPr/>
          <a:lstStyle/>
          <a:p>
            <a:fld id="{1E776595-8423-4E3F-8D9F-E972C5096BEF}" type="datetime1">
              <a:rPr lang="en-AU" smtClean="0"/>
              <a:t>11/02/2026</a:t>
            </a:fld>
            <a:endParaRPr lang="en-AU" dirty="0"/>
          </a:p>
        </p:txBody>
      </p:sp>
      <p:sp>
        <p:nvSpPr>
          <p:cNvPr id="5" name="Footer Placeholder 4">
            <a:extLst>
              <a:ext uri="{FF2B5EF4-FFF2-40B4-BE49-F238E27FC236}">
                <a16:creationId xmlns="" xmlns:a16="http://schemas.microsoft.com/office/drawing/2014/main" id="{AECE724F-8A4E-499C-8DE2-B2AA4E93F370}"/>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77AAFE4A-F239-41B1-BB8F-7D15CC0469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90096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CC352C-A92F-459E-8295-42C9F909458A}"/>
              </a:ext>
            </a:extLst>
          </p:cNvPr>
          <p:cNvSpPr>
            <a:spLocks noGrp="1"/>
          </p:cNvSpPr>
          <p:nvPr>
            <p:ph type="title"/>
          </p:nvPr>
        </p:nvSpPr>
        <p:spPr/>
        <p:txBody>
          <a:body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104CAD08-C80E-4DC4-8BF1-484EFCB95492}"/>
              </a:ext>
            </a:extLst>
          </p:cNvPr>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a:extLst>
              <a:ext uri="{FF2B5EF4-FFF2-40B4-BE49-F238E27FC236}">
                <a16:creationId xmlns="" xmlns:a16="http://schemas.microsoft.com/office/drawing/2014/main" id="{BABE14A2-7777-43C2-866C-C59E7D78E3A8}"/>
              </a:ext>
            </a:extLst>
          </p:cNvPr>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a:extLst>
              <a:ext uri="{FF2B5EF4-FFF2-40B4-BE49-F238E27FC236}">
                <a16:creationId xmlns="" xmlns:a16="http://schemas.microsoft.com/office/drawing/2014/main" id="{225B84CF-92BA-4600-BB97-0E67F8C4B28F}"/>
              </a:ext>
            </a:extLst>
          </p:cNvPr>
          <p:cNvSpPr>
            <a:spLocks noGrp="1"/>
          </p:cNvSpPr>
          <p:nvPr>
            <p:ph type="dt" sz="half" idx="10"/>
          </p:nvPr>
        </p:nvSpPr>
        <p:spPr/>
        <p:txBody>
          <a:bodyPr/>
          <a:lstStyle/>
          <a:p>
            <a:fld id="{453646E8-EA7F-49D7-A1AE-52344025FD1D}" type="datetime1">
              <a:rPr lang="en-AU" smtClean="0"/>
              <a:t>11/02/2026</a:t>
            </a:fld>
            <a:endParaRPr lang="en-AU" dirty="0"/>
          </a:p>
        </p:txBody>
      </p:sp>
      <p:sp>
        <p:nvSpPr>
          <p:cNvPr id="6" name="Footer Placeholder 5">
            <a:extLst>
              <a:ext uri="{FF2B5EF4-FFF2-40B4-BE49-F238E27FC236}">
                <a16:creationId xmlns="" xmlns:a16="http://schemas.microsoft.com/office/drawing/2014/main" id="{8206C079-8FD5-48B3-9592-FB66A327DE8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6BA13483-38F4-419D-880C-5A48E831CE10}"/>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39740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6AE3D4-E4F8-41CB-9937-F58F39C021AC}"/>
              </a:ext>
            </a:extLst>
          </p:cNvPr>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62691A98-FFD5-459F-9A51-BCD0BA177B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a:extLst>
              <a:ext uri="{FF2B5EF4-FFF2-40B4-BE49-F238E27FC236}">
                <a16:creationId xmlns="" xmlns:a16="http://schemas.microsoft.com/office/drawing/2014/main" id="{8953A882-8991-4857-8D00-05762422191A}"/>
              </a:ext>
            </a:extLst>
          </p:cNvPr>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a:extLst>
              <a:ext uri="{FF2B5EF4-FFF2-40B4-BE49-F238E27FC236}">
                <a16:creationId xmlns="" xmlns:a16="http://schemas.microsoft.com/office/drawing/2014/main" id="{B81E7EAF-8E32-4FEB-B408-58B11868A5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a:extLst>
              <a:ext uri="{FF2B5EF4-FFF2-40B4-BE49-F238E27FC236}">
                <a16:creationId xmlns="" xmlns:a16="http://schemas.microsoft.com/office/drawing/2014/main" id="{86293D60-712D-43B4-8841-D8F0B7EDDB85}"/>
              </a:ext>
            </a:extLst>
          </p:cNvPr>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a:extLst>
              <a:ext uri="{FF2B5EF4-FFF2-40B4-BE49-F238E27FC236}">
                <a16:creationId xmlns="" xmlns:a16="http://schemas.microsoft.com/office/drawing/2014/main" id="{B33F8219-C996-47C5-B59F-D4A02ED5C07F}"/>
              </a:ext>
            </a:extLst>
          </p:cNvPr>
          <p:cNvSpPr>
            <a:spLocks noGrp="1"/>
          </p:cNvSpPr>
          <p:nvPr>
            <p:ph type="dt" sz="half" idx="10"/>
          </p:nvPr>
        </p:nvSpPr>
        <p:spPr/>
        <p:txBody>
          <a:bodyPr/>
          <a:lstStyle/>
          <a:p>
            <a:fld id="{249A4B24-AD6E-4B47-9872-8FFA29E2CC48}" type="datetime1">
              <a:rPr lang="en-AU" smtClean="0"/>
              <a:t>11/02/2026</a:t>
            </a:fld>
            <a:endParaRPr lang="en-AU" dirty="0"/>
          </a:p>
        </p:txBody>
      </p:sp>
      <p:sp>
        <p:nvSpPr>
          <p:cNvPr id="8" name="Footer Placeholder 7">
            <a:extLst>
              <a:ext uri="{FF2B5EF4-FFF2-40B4-BE49-F238E27FC236}">
                <a16:creationId xmlns="" xmlns:a16="http://schemas.microsoft.com/office/drawing/2014/main" id="{A919DD82-B2A3-4778-A953-650075C747FA}"/>
              </a:ext>
            </a:extLst>
          </p:cNvPr>
          <p:cNvSpPr>
            <a:spLocks noGrp="1"/>
          </p:cNvSpPr>
          <p:nvPr>
            <p:ph type="ftr" sz="quarter" idx="11"/>
          </p:nvPr>
        </p:nvSpPr>
        <p:spPr/>
        <p:txBody>
          <a:bodyPr/>
          <a:lstStyle/>
          <a:p>
            <a:r>
              <a:rPr lang="en-US" smtClean="0"/>
              <a:t>Prepared: by:  MS Odilia Tita</a:t>
            </a:r>
            <a:endParaRPr lang="en-AU" dirty="0"/>
          </a:p>
        </p:txBody>
      </p:sp>
      <p:sp>
        <p:nvSpPr>
          <p:cNvPr id="9" name="Slide Number Placeholder 8">
            <a:extLst>
              <a:ext uri="{FF2B5EF4-FFF2-40B4-BE49-F238E27FC236}">
                <a16:creationId xmlns="" xmlns:a16="http://schemas.microsoft.com/office/drawing/2014/main" id="{6BB01E8D-DA65-4F3E-9AA7-7FA8BA64832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30329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E9AB93-0BFE-4F5E-8F94-194268897F5E}"/>
              </a:ext>
            </a:extLst>
          </p:cNvPr>
          <p:cNvSpPr>
            <a:spLocks noGrp="1"/>
          </p:cNvSpPr>
          <p:nvPr>
            <p:ph type="title"/>
          </p:nvPr>
        </p:nvSpPr>
        <p:spPr/>
        <p:txBody>
          <a:bodyPr/>
          <a:lstStyle/>
          <a:p>
            <a:r>
              <a:rPr lang="en-US" smtClean="0"/>
              <a:t>Click to edit Master title style</a:t>
            </a:r>
            <a:endParaRPr lang="en-AU"/>
          </a:p>
        </p:txBody>
      </p:sp>
      <p:sp>
        <p:nvSpPr>
          <p:cNvPr id="3" name="Date Placeholder 2">
            <a:extLst>
              <a:ext uri="{FF2B5EF4-FFF2-40B4-BE49-F238E27FC236}">
                <a16:creationId xmlns="" xmlns:a16="http://schemas.microsoft.com/office/drawing/2014/main" id="{E1EE3202-5147-45DC-B62C-6B22E34BFE2F}"/>
              </a:ext>
            </a:extLst>
          </p:cNvPr>
          <p:cNvSpPr>
            <a:spLocks noGrp="1"/>
          </p:cNvSpPr>
          <p:nvPr>
            <p:ph type="dt" sz="half" idx="10"/>
          </p:nvPr>
        </p:nvSpPr>
        <p:spPr/>
        <p:txBody>
          <a:bodyPr/>
          <a:lstStyle/>
          <a:p>
            <a:fld id="{C9CC42E4-77CA-4AD5-8EAD-A489F03C536B}" type="datetime1">
              <a:rPr lang="en-AU" smtClean="0"/>
              <a:t>11/02/2026</a:t>
            </a:fld>
            <a:endParaRPr lang="en-AU" dirty="0"/>
          </a:p>
        </p:txBody>
      </p:sp>
      <p:sp>
        <p:nvSpPr>
          <p:cNvPr id="4" name="Footer Placeholder 3">
            <a:extLst>
              <a:ext uri="{FF2B5EF4-FFF2-40B4-BE49-F238E27FC236}">
                <a16:creationId xmlns="" xmlns:a16="http://schemas.microsoft.com/office/drawing/2014/main" id="{5BAD23C6-6E37-4B73-B974-65238C9D3DF7}"/>
              </a:ext>
            </a:extLst>
          </p:cNvPr>
          <p:cNvSpPr>
            <a:spLocks noGrp="1"/>
          </p:cNvSpPr>
          <p:nvPr>
            <p:ph type="ftr" sz="quarter" idx="11"/>
          </p:nvPr>
        </p:nvSpPr>
        <p:spPr/>
        <p:txBody>
          <a:bodyPr/>
          <a:lstStyle/>
          <a:p>
            <a:r>
              <a:rPr lang="en-US" smtClean="0"/>
              <a:t>Prepared: by:  MS Odilia Tita</a:t>
            </a:r>
            <a:endParaRPr lang="en-AU" dirty="0"/>
          </a:p>
        </p:txBody>
      </p:sp>
      <p:sp>
        <p:nvSpPr>
          <p:cNvPr id="5" name="Slide Number Placeholder 4">
            <a:extLst>
              <a:ext uri="{FF2B5EF4-FFF2-40B4-BE49-F238E27FC236}">
                <a16:creationId xmlns="" xmlns:a16="http://schemas.microsoft.com/office/drawing/2014/main" id="{41C7D3D2-131C-4C01-A00D-199AD57938EC}"/>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487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609F64D-F916-4AD2-AA97-8526D6E8F6D1}"/>
              </a:ext>
            </a:extLst>
          </p:cNvPr>
          <p:cNvSpPr>
            <a:spLocks noGrp="1"/>
          </p:cNvSpPr>
          <p:nvPr>
            <p:ph type="dt" sz="half" idx="10"/>
          </p:nvPr>
        </p:nvSpPr>
        <p:spPr/>
        <p:txBody>
          <a:bodyPr/>
          <a:lstStyle/>
          <a:p>
            <a:fld id="{4604D1E3-56ED-46EF-AF58-E40027A4BE66}" type="datetime1">
              <a:rPr lang="en-AU" smtClean="0"/>
              <a:t>11/02/2026</a:t>
            </a:fld>
            <a:endParaRPr lang="en-AU" dirty="0"/>
          </a:p>
        </p:txBody>
      </p:sp>
      <p:sp>
        <p:nvSpPr>
          <p:cNvPr id="3" name="Footer Placeholder 2">
            <a:extLst>
              <a:ext uri="{FF2B5EF4-FFF2-40B4-BE49-F238E27FC236}">
                <a16:creationId xmlns="" xmlns:a16="http://schemas.microsoft.com/office/drawing/2014/main" id="{EA3A7BA7-B751-40E4-A753-41AFC914B576}"/>
              </a:ext>
            </a:extLst>
          </p:cNvPr>
          <p:cNvSpPr>
            <a:spLocks noGrp="1"/>
          </p:cNvSpPr>
          <p:nvPr>
            <p:ph type="ftr" sz="quarter" idx="11"/>
          </p:nvPr>
        </p:nvSpPr>
        <p:spPr/>
        <p:txBody>
          <a:bodyPr/>
          <a:lstStyle/>
          <a:p>
            <a:r>
              <a:rPr lang="en-US" smtClean="0"/>
              <a:t>Prepared: by:  MS Odilia Tita</a:t>
            </a:r>
            <a:endParaRPr lang="en-AU" dirty="0"/>
          </a:p>
        </p:txBody>
      </p:sp>
      <p:sp>
        <p:nvSpPr>
          <p:cNvPr id="4" name="Slide Number Placeholder 3">
            <a:extLst>
              <a:ext uri="{FF2B5EF4-FFF2-40B4-BE49-F238E27FC236}">
                <a16:creationId xmlns="" xmlns:a16="http://schemas.microsoft.com/office/drawing/2014/main" id="{3350BE4C-6B89-4E18-82BA-EACF7C147E5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93957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912755-7036-4DA8-B325-FF8B9D708C9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a:extLst>
              <a:ext uri="{FF2B5EF4-FFF2-40B4-BE49-F238E27FC236}">
                <a16:creationId xmlns="" xmlns:a16="http://schemas.microsoft.com/office/drawing/2014/main" id="{0D6FDA57-29DF-4353-8B29-E6BF3925CB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a:extLst>
              <a:ext uri="{FF2B5EF4-FFF2-40B4-BE49-F238E27FC236}">
                <a16:creationId xmlns="" xmlns:a16="http://schemas.microsoft.com/office/drawing/2014/main" id="{6F711719-3649-4BC7-9563-ED86A4811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913CABE3-7792-4B8E-B452-C70D54148074}"/>
              </a:ext>
            </a:extLst>
          </p:cNvPr>
          <p:cNvSpPr>
            <a:spLocks noGrp="1"/>
          </p:cNvSpPr>
          <p:nvPr>
            <p:ph type="dt" sz="half" idx="10"/>
          </p:nvPr>
        </p:nvSpPr>
        <p:spPr/>
        <p:txBody>
          <a:bodyPr/>
          <a:lstStyle/>
          <a:p>
            <a:fld id="{E605D6C3-87DC-46E2-8A6A-C4E9B5BE6A35}" type="datetime1">
              <a:rPr lang="en-AU" smtClean="0"/>
              <a:t>11/02/2026</a:t>
            </a:fld>
            <a:endParaRPr lang="en-AU" dirty="0"/>
          </a:p>
        </p:txBody>
      </p:sp>
      <p:sp>
        <p:nvSpPr>
          <p:cNvPr id="6" name="Footer Placeholder 5">
            <a:extLst>
              <a:ext uri="{FF2B5EF4-FFF2-40B4-BE49-F238E27FC236}">
                <a16:creationId xmlns="" xmlns:a16="http://schemas.microsoft.com/office/drawing/2014/main" id="{8B07BDFD-2D70-41A3-A103-74A4B4581EC2}"/>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0A2F4A47-C532-4754-B1C9-E7BC4718F1E8}"/>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1849634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C7900A-4D67-470B-9904-9CE42350F052}"/>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a:extLst>
              <a:ext uri="{FF2B5EF4-FFF2-40B4-BE49-F238E27FC236}">
                <a16:creationId xmlns="" xmlns:a16="http://schemas.microsoft.com/office/drawing/2014/main" id="{0D818930-0BE7-4C91-A666-438B65F29D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AU" dirty="0"/>
          </a:p>
        </p:txBody>
      </p:sp>
      <p:sp>
        <p:nvSpPr>
          <p:cNvPr id="4" name="Text Placeholder 3">
            <a:extLst>
              <a:ext uri="{FF2B5EF4-FFF2-40B4-BE49-F238E27FC236}">
                <a16:creationId xmlns="" xmlns:a16="http://schemas.microsoft.com/office/drawing/2014/main" id="{8DB7C0B8-B5B0-4343-9DB0-25BDA6E947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a:extLst>
              <a:ext uri="{FF2B5EF4-FFF2-40B4-BE49-F238E27FC236}">
                <a16:creationId xmlns="" xmlns:a16="http://schemas.microsoft.com/office/drawing/2014/main" id="{AB7057FE-F08B-4694-8A9E-FEDAB6D8E962}"/>
              </a:ext>
            </a:extLst>
          </p:cNvPr>
          <p:cNvSpPr>
            <a:spLocks noGrp="1"/>
          </p:cNvSpPr>
          <p:nvPr>
            <p:ph type="dt" sz="half" idx="10"/>
          </p:nvPr>
        </p:nvSpPr>
        <p:spPr/>
        <p:txBody>
          <a:bodyPr/>
          <a:lstStyle/>
          <a:p>
            <a:fld id="{681B6472-9C52-4A1E-878C-6E299B92CF53}" type="datetime1">
              <a:rPr lang="en-AU" smtClean="0"/>
              <a:t>11/02/2026</a:t>
            </a:fld>
            <a:endParaRPr lang="en-AU" dirty="0"/>
          </a:p>
        </p:txBody>
      </p:sp>
      <p:sp>
        <p:nvSpPr>
          <p:cNvPr id="6" name="Footer Placeholder 5">
            <a:extLst>
              <a:ext uri="{FF2B5EF4-FFF2-40B4-BE49-F238E27FC236}">
                <a16:creationId xmlns="" xmlns:a16="http://schemas.microsoft.com/office/drawing/2014/main" id="{B34A8BFC-745D-4BBC-BFD0-AF0492B6A35E}"/>
              </a:ext>
            </a:extLst>
          </p:cNvPr>
          <p:cNvSpPr>
            <a:spLocks noGrp="1"/>
          </p:cNvSpPr>
          <p:nvPr>
            <p:ph type="ftr" sz="quarter" idx="11"/>
          </p:nvPr>
        </p:nvSpPr>
        <p:spPr/>
        <p:txBody>
          <a:bodyPr/>
          <a:lstStyle/>
          <a:p>
            <a:r>
              <a:rPr lang="en-US" smtClean="0"/>
              <a:t>Prepared: by:  MS Odilia Tita</a:t>
            </a:r>
            <a:endParaRPr lang="en-AU" dirty="0"/>
          </a:p>
        </p:txBody>
      </p:sp>
      <p:sp>
        <p:nvSpPr>
          <p:cNvPr id="7" name="Slide Number Placeholder 6">
            <a:extLst>
              <a:ext uri="{FF2B5EF4-FFF2-40B4-BE49-F238E27FC236}">
                <a16:creationId xmlns="" xmlns:a16="http://schemas.microsoft.com/office/drawing/2014/main" id="{7F25914E-DE0C-4D6B-96A4-A8B2E3BE80A4}"/>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209271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2C3DC4-E527-428B-94DA-FBB960B02E54}"/>
              </a:ext>
            </a:extLst>
          </p:cNvPr>
          <p:cNvSpPr>
            <a:spLocks noGrp="1"/>
          </p:cNvSpPr>
          <p:nvPr>
            <p:ph type="title"/>
          </p:nvPr>
        </p:nvSpPr>
        <p:spPr/>
        <p:txBody>
          <a:bodyPr/>
          <a:lstStyle/>
          <a:p>
            <a:r>
              <a:rPr lang="en-US" smtClean="0"/>
              <a:t>Click to edit Master title style</a:t>
            </a:r>
            <a:endParaRPr lang="en-AU"/>
          </a:p>
        </p:txBody>
      </p:sp>
      <p:sp>
        <p:nvSpPr>
          <p:cNvPr id="3" name="Vertical Text Placeholder 2">
            <a:extLst>
              <a:ext uri="{FF2B5EF4-FFF2-40B4-BE49-F238E27FC236}">
                <a16:creationId xmlns="" xmlns:a16="http://schemas.microsoft.com/office/drawing/2014/main" id="{23C1C0BB-30BB-45D4-A05D-5C8DDC147295}"/>
              </a:ext>
            </a:extLst>
          </p:cNvPr>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9D6A4DF1-DA3C-42E6-A9D1-B807F92884FB}"/>
              </a:ext>
            </a:extLst>
          </p:cNvPr>
          <p:cNvSpPr>
            <a:spLocks noGrp="1"/>
          </p:cNvSpPr>
          <p:nvPr>
            <p:ph type="dt" sz="half" idx="10"/>
          </p:nvPr>
        </p:nvSpPr>
        <p:spPr/>
        <p:txBody>
          <a:bodyPr/>
          <a:lstStyle/>
          <a:p>
            <a:fld id="{E263AF87-99E9-4E1C-B445-3EAD1561C7E0}" type="datetime1">
              <a:rPr lang="en-AU" smtClean="0"/>
              <a:t>11/02/2026</a:t>
            </a:fld>
            <a:endParaRPr lang="en-AU" dirty="0"/>
          </a:p>
        </p:txBody>
      </p:sp>
      <p:sp>
        <p:nvSpPr>
          <p:cNvPr id="5" name="Footer Placeholder 4">
            <a:extLst>
              <a:ext uri="{FF2B5EF4-FFF2-40B4-BE49-F238E27FC236}">
                <a16:creationId xmlns="" xmlns:a16="http://schemas.microsoft.com/office/drawing/2014/main" id="{F4B03447-FA4D-4FB3-8EA8-92EEBA64371A}"/>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41FA8BCD-CB8B-41BC-BA09-43A58BF8A0A9}"/>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20096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D1B170A-0C49-44E5-9CEB-E34D00479D39}"/>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a:extLst>
              <a:ext uri="{FF2B5EF4-FFF2-40B4-BE49-F238E27FC236}">
                <a16:creationId xmlns="" xmlns:a16="http://schemas.microsoft.com/office/drawing/2014/main" id="{D2E26345-EA95-466A-A868-AF358482D2F3}"/>
              </a:ext>
            </a:extLst>
          </p:cNvPr>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23E50751-9A0A-4D85-BD89-F58E2DD2D4FC}"/>
              </a:ext>
            </a:extLst>
          </p:cNvPr>
          <p:cNvSpPr>
            <a:spLocks noGrp="1"/>
          </p:cNvSpPr>
          <p:nvPr>
            <p:ph type="dt" sz="half" idx="10"/>
          </p:nvPr>
        </p:nvSpPr>
        <p:spPr/>
        <p:txBody>
          <a:bodyPr/>
          <a:lstStyle/>
          <a:p>
            <a:fld id="{96E86B3E-45E0-40C0-BF95-DC501396704F}" type="datetime1">
              <a:rPr lang="en-AU" smtClean="0"/>
              <a:t>11/02/2026</a:t>
            </a:fld>
            <a:endParaRPr lang="en-AU" dirty="0"/>
          </a:p>
        </p:txBody>
      </p:sp>
      <p:sp>
        <p:nvSpPr>
          <p:cNvPr id="5" name="Footer Placeholder 4">
            <a:extLst>
              <a:ext uri="{FF2B5EF4-FFF2-40B4-BE49-F238E27FC236}">
                <a16:creationId xmlns="" xmlns:a16="http://schemas.microsoft.com/office/drawing/2014/main" id="{78C3466A-B481-472F-8349-31301AC32BBC}"/>
              </a:ext>
            </a:extLst>
          </p:cNvPr>
          <p:cNvSpPr>
            <a:spLocks noGrp="1"/>
          </p:cNvSpPr>
          <p:nvPr>
            <p:ph type="ftr" sz="quarter" idx="11"/>
          </p:nvPr>
        </p:nvSpPr>
        <p:spPr/>
        <p:txBody>
          <a:body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156164D8-60A4-4D6D-AC8E-944A64FB9CD1}"/>
              </a:ext>
            </a:extLst>
          </p:cNvPr>
          <p:cNvSpPr>
            <a:spLocks noGrp="1"/>
          </p:cNvSpPr>
          <p:nvPr>
            <p:ph type="sldNum" sz="quarter" idx="12"/>
          </p:nvPr>
        </p:nvSpPr>
        <p:spPr/>
        <p:txBody>
          <a:bodyPr/>
          <a:lstStyle/>
          <a:p>
            <a:fld id="{447D08D6-F5B7-4643-8830-2AE1BDB50066}" type="slidenum">
              <a:rPr lang="en-AU" smtClean="0"/>
              <a:t>‹#›</a:t>
            </a:fld>
            <a:endParaRPr lang="en-AU" dirty="0"/>
          </a:p>
        </p:txBody>
      </p:sp>
    </p:spTree>
    <p:extLst>
      <p:ext uri="{BB962C8B-B14F-4D97-AF65-F5344CB8AC3E}">
        <p14:creationId xmlns:p14="http://schemas.microsoft.com/office/powerpoint/2010/main" val="4090599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C5A2D3B-E2B1-45B1-A87B-9CE3565AE2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a:extLst>
              <a:ext uri="{FF2B5EF4-FFF2-40B4-BE49-F238E27FC236}">
                <a16:creationId xmlns="" xmlns:a16="http://schemas.microsoft.com/office/drawing/2014/main" id="{E8E1F910-679B-400B-90F8-3B7796EEB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a:extLst>
              <a:ext uri="{FF2B5EF4-FFF2-40B4-BE49-F238E27FC236}">
                <a16:creationId xmlns="" xmlns:a16="http://schemas.microsoft.com/office/drawing/2014/main" id="{CD5CAEE6-87D8-4240-9F2E-BBBDC9B1F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17D19-1DFF-42E6-9FD7-87CE3960DADB}" type="datetime1">
              <a:rPr lang="en-AU" smtClean="0"/>
              <a:t>11/02/2026</a:t>
            </a:fld>
            <a:endParaRPr lang="en-AU" dirty="0"/>
          </a:p>
        </p:txBody>
      </p:sp>
      <p:sp>
        <p:nvSpPr>
          <p:cNvPr id="5" name="Footer Placeholder 4">
            <a:extLst>
              <a:ext uri="{FF2B5EF4-FFF2-40B4-BE49-F238E27FC236}">
                <a16:creationId xmlns="" xmlns:a16="http://schemas.microsoft.com/office/drawing/2014/main" id="{D1526242-9AC5-4511-B7FD-67946AD66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Prepared: by:  MS Odilia Tita</a:t>
            </a:r>
            <a:endParaRPr lang="en-AU" dirty="0"/>
          </a:p>
        </p:txBody>
      </p:sp>
      <p:sp>
        <p:nvSpPr>
          <p:cNvPr id="6" name="Slide Number Placeholder 5">
            <a:extLst>
              <a:ext uri="{FF2B5EF4-FFF2-40B4-BE49-F238E27FC236}">
                <a16:creationId xmlns="" xmlns:a16="http://schemas.microsoft.com/office/drawing/2014/main" id="{1BA7FC3C-7E7A-4752-B68D-DFDC7CFCF3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7D08D6-F5B7-4643-8830-2AE1BDB50066}" type="slidenum">
              <a:rPr lang="en-AU" smtClean="0"/>
              <a:t>‹#›</a:t>
            </a:fld>
            <a:endParaRPr lang="en-AU" dirty="0"/>
          </a:p>
        </p:txBody>
      </p:sp>
    </p:spTree>
    <p:extLst>
      <p:ext uri="{BB962C8B-B14F-4D97-AF65-F5344CB8AC3E}">
        <p14:creationId xmlns:p14="http://schemas.microsoft.com/office/powerpoint/2010/main" val="286990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tx2">
                <a:lumMod val="40000"/>
                <a:lumOff val="60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3EFF1-6301-420A-9461-B3704C2C13E8}"/>
              </a:ext>
            </a:extLst>
          </p:cNvPr>
          <p:cNvSpPr>
            <a:spLocks noGrp="1"/>
          </p:cNvSpPr>
          <p:nvPr>
            <p:ph type="ctrTitle"/>
          </p:nvPr>
        </p:nvSpPr>
        <p:spPr>
          <a:xfrm>
            <a:off x="1524000" y="1854201"/>
            <a:ext cx="9144000" cy="1655762"/>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Getting Started with Windows &amp; Microsoft 365</a:t>
            </a:r>
            <a:endParaRPr lang="en-AU"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AD1FF088-C8BD-4AF1-93D2-BDB7D2018F9D}"/>
              </a:ext>
            </a:extLst>
          </p:cNvPr>
          <p:cNvSpPr>
            <a:spLocks noGrp="1"/>
          </p:cNvSpPr>
          <p:nvPr>
            <p:ph type="subTitle" idx="1"/>
          </p:nvPr>
        </p:nvSpPr>
        <p:spPr/>
        <p:txBody>
          <a:bodyPr>
            <a:normAutofit/>
          </a:bodyPr>
          <a:lstStyle/>
          <a:p>
            <a:r>
              <a:rPr lang="en-US" sz="9600" dirty="0">
                <a:latin typeface="French Script MT" panose="03020402040607040605" pitchFamily="66" charset="0"/>
              </a:rPr>
              <a:t>Chapter </a:t>
            </a:r>
            <a:r>
              <a:rPr lang="en-US" sz="9600" dirty="0" smtClean="0">
                <a:latin typeface="French Script MT" panose="03020402040607040605" pitchFamily="66" charset="0"/>
              </a:rPr>
              <a:t>4</a:t>
            </a:r>
            <a:endParaRPr lang="en-AU" sz="9600" dirty="0">
              <a:latin typeface="French Script MT" panose="03020402040607040605" pitchFamily="66" charset="0"/>
            </a:endParaRPr>
          </a:p>
        </p:txBody>
      </p:sp>
      <p:sp>
        <p:nvSpPr>
          <p:cNvPr id="9" name="Footer Placeholder 8"/>
          <p:cNvSpPr>
            <a:spLocks noGrp="1"/>
          </p:cNvSpPr>
          <p:nvPr>
            <p:ph type="ftr" sz="quarter" idx="11"/>
          </p:nvPr>
        </p:nvSpPr>
        <p:spPr>
          <a:xfrm>
            <a:off x="9338171" y="6492875"/>
            <a:ext cx="4114800" cy="365125"/>
          </a:xfrm>
        </p:spPr>
        <p:txBody>
          <a:bodyPr/>
          <a:lstStyle/>
          <a:p>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5" name="Picture 4">
            <a:extLst>
              <a:ext uri="{FF2B5EF4-FFF2-40B4-BE49-F238E27FC236}">
                <a16:creationId xmlns:a16="http://schemas.microsoft.com/office/drawing/2014/main" xmlns="" id="{EF1AEE37-577D-4DD9-AFF4-83BF60AAF5AB}"/>
              </a:ext>
            </a:extLst>
          </p:cNvPr>
          <p:cNvPicPr/>
          <p:nvPr/>
        </p:nvPicPr>
        <p:blipFill>
          <a:blip r:embed="rId2"/>
          <a:stretch>
            <a:fillRect/>
          </a:stretch>
        </p:blipFill>
        <p:spPr>
          <a:xfrm>
            <a:off x="10823275" y="129414"/>
            <a:ext cx="1285875" cy="1485952"/>
          </a:xfrm>
          <a:prstGeom prst="rect">
            <a:avLst/>
          </a:prstGeom>
        </p:spPr>
      </p:pic>
      <p:pic>
        <p:nvPicPr>
          <p:cNvPr id="2052" name="Picture 4" descr="Microsoft 365 (M365) - Information Technolog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629" y="129414"/>
            <a:ext cx="2106688" cy="163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943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D10D8-CC9B-4AB6-8F44-97EFE99F6469}"/>
              </a:ext>
            </a:extLst>
          </p:cNvPr>
          <p:cNvSpPr>
            <a:spLocks noGrp="1"/>
          </p:cNvSpPr>
          <p:nvPr>
            <p:ph type="title"/>
          </p:nvPr>
        </p:nvSpPr>
        <p:spPr>
          <a:xfrm>
            <a:off x="2203809" y="24967"/>
            <a:ext cx="7439025" cy="1325563"/>
          </a:xfrm>
        </p:spPr>
        <p:txBody>
          <a:bodyPr/>
          <a:lstStyle/>
          <a:p>
            <a:r>
              <a:rPr lang="en-US" b="1" dirty="0">
                <a:latin typeface="Times New Roman" panose="02020603050405020304" pitchFamily="18" charset="0"/>
                <a:cs typeface="Times New Roman" panose="02020603050405020304" pitchFamily="18" charset="0"/>
              </a:rPr>
              <a:t>LEARNING OUTCOMES</a:t>
            </a:r>
            <a:endParaRPr lang="en-AU"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AF9274F-8429-43B0-B56E-864C01E876F5}"/>
              </a:ext>
            </a:extLst>
          </p:cNvPr>
          <p:cNvSpPr>
            <a:spLocks noGrp="1"/>
          </p:cNvSpPr>
          <p:nvPr>
            <p:ph idx="1"/>
          </p:nvPr>
        </p:nvSpPr>
        <p:spPr>
          <a:xfrm>
            <a:off x="234352" y="1060960"/>
            <a:ext cx="10515600" cy="4351338"/>
          </a:xfrm>
        </p:spPr>
        <p:txBody>
          <a:bodyPr>
            <a:noAutofit/>
          </a:bodyPr>
          <a:lstStyle/>
          <a:p>
            <a:pPr marL="0" indent="0">
              <a:buNone/>
            </a:pPr>
            <a:r>
              <a:rPr lang="en-US" sz="2600" dirty="0">
                <a:latin typeface="Times New Roman" panose="02020603050405020304" pitchFamily="18" charset="0"/>
                <a:cs typeface="Times New Roman" panose="02020603050405020304" pitchFamily="18" charset="0"/>
              </a:rPr>
              <a:t>By the end of this session, students should be able to;</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Desktop Interface</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Basic Navigational</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Finding Settings</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Locating Applications</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File Management</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How do I log into Windows 11?</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How do I shutdown Windows 11?</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Starting a Microsoft 365 Application</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Using the file menu/backstage view</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Using the context menus</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Using the mini toolbar</a:t>
            </a:r>
          </a:p>
          <a:p>
            <a:pPr marL="971550" lvl="1" indent="-514350">
              <a:buFont typeface="+mj-lt"/>
              <a:buAutoNum type="alphaLcPeriod"/>
            </a:pPr>
            <a:r>
              <a:rPr lang="en-US" sz="2600" dirty="0" smtClean="0">
                <a:latin typeface="Times New Roman" panose="02020603050405020304" pitchFamily="18" charset="0"/>
                <a:cs typeface="Times New Roman" panose="02020603050405020304" pitchFamily="18" charset="0"/>
              </a:rPr>
              <a:t>Using Office Help</a:t>
            </a:r>
          </a:p>
          <a:p>
            <a:pPr marL="457200" lvl="1" indent="0">
              <a:buNone/>
            </a:pPr>
            <a:endParaRPr lang="en-US" sz="2600" dirty="0" smtClean="0">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a:xfrm>
            <a:off x="8077200" y="6492875"/>
            <a:ext cx="4114800" cy="365125"/>
          </a:xfrm>
        </p:spPr>
        <p:txBody>
          <a:bodyPr/>
          <a:lstStyle/>
          <a:p>
            <a:pPr algn="r"/>
            <a:r>
              <a:rPr lang="en-US" sz="800" smtClean="0">
                <a:latin typeface="Comic Sans MS" panose="030F0702030302020204" pitchFamily="66" charset="0"/>
              </a:rPr>
              <a:t>Prepared: by:  MS Odilia Tita</a:t>
            </a:r>
            <a:endParaRPr lang="en-AU" sz="800" dirty="0">
              <a:latin typeface="Comic Sans MS" panose="030F0702030302020204" pitchFamily="66" charset="0"/>
            </a:endParaRPr>
          </a:p>
        </p:txBody>
      </p:sp>
      <p:pic>
        <p:nvPicPr>
          <p:cNvPr id="10" name="Picture 2" descr="Microsoft 365 Copilot - Apps on Google Play"/>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620" t="14329" r="13966" b="15520"/>
          <a:stretch/>
        </p:blipFill>
        <p:spPr bwMode="auto">
          <a:xfrm>
            <a:off x="0" y="1"/>
            <a:ext cx="872067" cy="755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7969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a:pPr>
            <a:r>
              <a:rPr lang="en-US" b="1" dirty="0" smtClean="0">
                <a:latin typeface="Times New Roman" panose="02020603050405020304" pitchFamily="18" charset="0"/>
                <a:cs typeface="Times New Roman" panose="02020603050405020304" pitchFamily="18" charset="0"/>
              </a:rPr>
              <a:t>Desktop Interface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pPr marL="0" indent="0">
              <a:buNone/>
            </a:pPr>
            <a:r>
              <a:rPr lang="en-US" dirty="0">
                <a:latin typeface="Times New Roman" panose="02020603050405020304" pitchFamily="18" charset="0"/>
                <a:cs typeface="Times New Roman" panose="02020603050405020304" pitchFamily="18" charset="0"/>
              </a:rPr>
              <a:t>Use the Start Menu (a) by clicking the Start button or pressing the Windows key on your keyboard. The search bar (b) helps you find apps, files, or settings quickly. Task View (Windows + Tab) (c) shows open windows and virtual desktops.</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10" name="Picture 9"/>
          <p:cNvPicPr>
            <a:picLocks noChangeAspect="1"/>
          </p:cNvPicPr>
          <p:nvPr/>
        </p:nvPicPr>
        <p:blipFill>
          <a:blip r:embed="rId2"/>
          <a:stretch>
            <a:fillRect/>
          </a:stretch>
        </p:blipFill>
        <p:spPr>
          <a:xfrm>
            <a:off x="370614" y="2575155"/>
            <a:ext cx="8212347" cy="3963757"/>
          </a:xfrm>
          <a:prstGeom prst="rect">
            <a:avLst/>
          </a:prstGeom>
        </p:spPr>
      </p:pic>
      <p:sp>
        <p:nvSpPr>
          <p:cNvPr id="11" name="TextBox 10"/>
          <p:cNvSpPr txBox="1"/>
          <p:nvPr/>
        </p:nvSpPr>
        <p:spPr>
          <a:xfrm>
            <a:off x="2035075" y="6538912"/>
            <a:ext cx="3949702" cy="646331"/>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5.1: Window 11 Desktop</a:t>
            </a:r>
          </a:p>
          <a:p>
            <a:r>
              <a:rPr lang="en-US" sz="1200" b="1" i="1" dirty="0">
                <a:latin typeface="Times New Roman" panose="02020603050405020304" pitchFamily="18" charset="0"/>
                <a:cs typeface="Times New Roman" panose="02020603050405020304" pitchFamily="18" charset="0"/>
              </a:rPr>
              <a:t/>
            </a:r>
            <a:br>
              <a:rPr lang="en-US" sz="1200" b="1" i="1" dirty="0">
                <a:latin typeface="Times New Roman" panose="02020603050405020304" pitchFamily="18" charset="0"/>
                <a:cs typeface="Times New Roman" panose="02020603050405020304" pitchFamily="18" charset="0"/>
              </a:rPr>
            </a:br>
            <a:endParaRPr lang="en-US" sz="12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3451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2"/>
            </a:pPr>
            <a:r>
              <a:rPr lang="en-US" b="1" dirty="0" smtClean="0">
                <a:latin typeface="Times New Roman" panose="02020603050405020304" pitchFamily="18" charset="0"/>
                <a:cs typeface="Times New Roman" panose="02020603050405020304" pitchFamily="18" charset="0"/>
              </a:rPr>
              <a:t>Basic Navigation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pPr marL="0" indent="0">
              <a:buNone/>
            </a:pPr>
            <a:r>
              <a:rPr lang="en-US" dirty="0">
                <a:latin typeface="Times New Roman" panose="02020603050405020304" pitchFamily="18" charset="0"/>
                <a:cs typeface="Times New Roman" panose="02020603050405020304" pitchFamily="18" charset="0"/>
              </a:rPr>
              <a:t>When you log in to Windows 11, the first thing you see is the desktop as shown in the figure below. It includes a centered taskbar (e) with the Start button (a), pinned apps (b), and a system tray showing clock, volume, and network (c). Icons on the desktop (d) provide quick access to files and apps.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pic>
        <p:nvPicPr>
          <p:cNvPr id="9" name="Picture 8"/>
          <p:cNvPicPr>
            <a:picLocks noChangeAspect="1"/>
          </p:cNvPicPr>
          <p:nvPr/>
        </p:nvPicPr>
        <p:blipFill>
          <a:blip r:embed="rId2"/>
          <a:stretch>
            <a:fillRect/>
          </a:stretch>
        </p:blipFill>
        <p:spPr>
          <a:xfrm>
            <a:off x="1854679" y="3045125"/>
            <a:ext cx="7203596" cy="3489708"/>
          </a:xfrm>
          <a:prstGeom prst="rect">
            <a:avLst/>
          </a:prstGeom>
        </p:spPr>
      </p:pic>
      <p:sp>
        <p:nvSpPr>
          <p:cNvPr id="10" name="TextBox 9"/>
          <p:cNvSpPr txBox="1"/>
          <p:nvPr/>
        </p:nvSpPr>
        <p:spPr>
          <a:xfrm>
            <a:off x="640390" y="6534834"/>
            <a:ext cx="3949702" cy="646331"/>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5.2: Windows 11 Basic Navigation</a:t>
            </a:r>
          </a:p>
          <a:p>
            <a:r>
              <a:rPr lang="en-US" sz="1200" b="1" i="1" dirty="0">
                <a:latin typeface="Times New Roman" panose="02020603050405020304" pitchFamily="18" charset="0"/>
                <a:cs typeface="Times New Roman" panose="02020603050405020304" pitchFamily="18" charset="0"/>
              </a:rPr>
              <a:t/>
            </a:r>
            <a:br>
              <a:rPr lang="en-US" sz="1200" b="1" i="1" dirty="0">
                <a:latin typeface="Times New Roman" panose="02020603050405020304" pitchFamily="18" charset="0"/>
                <a:cs typeface="Times New Roman" panose="02020603050405020304" pitchFamily="18" charset="0"/>
              </a:rPr>
            </a:br>
            <a:endParaRPr lang="en-US" sz="12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451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3"/>
            </a:pPr>
            <a:r>
              <a:rPr lang="en-US" b="1" dirty="0" smtClean="0">
                <a:latin typeface="Times New Roman" panose="02020603050405020304" pitchFamily="18" charset="0"/>
                <a:cs typeface="Times New Roman" panose="02020603050405020304" pitchFamily="18" charset="0"/>
              </a:rPr>
              <a:t>Finding Settings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Open Settings by clicking Start / Settings (gear icon) (d) or pressing Windows + I. Common sections include System (display, sound), Accounts (sign-in options), Update &amp; Security, and Privacy &amp; Security.</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1841498" y="6211669"/>
            <a:ext cx="3949702" cy="646331"/>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5.3: Windows 11 settings</a:t>
            </a:r>
          </a:p>
          <a:p>
            <a:r>
              <a:rPr lang="en-US" sz="1200" b="1" i="1" dirty="0">
                <a:latin typeface="Times New Roman" panose="02020603050405020304" pitchFamily="18" charset="0"/>
                <a:cs typeface="Times New Roman" panose="02020603050405020304" pitchFamily="18" charset="0"/>
              </a:rPr>
              <a:t/>
            </a:r>
            <a:br>
              <a:rPr lang="en-US" sz="1200" b="1" i="1" dirty="0">
                <a:latin typeface="Times New Roman" panose="02020603050405020304" pitchFamily="18" charset="0"/>
                <a:cs typeface="Times New Roman" panose="02020603050405020304" pitchFamily="18" charset="0"/>
              </a:rPr>
            </a:br>
            <a:endParaRPr lang="en-US" sz="1200" b="1" i="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1953865" y="2305367"/>
            <a:ext cx="7526565" cy="3845267"/>
          </a:xfrm>
          <a:prstGeom prst="rect">
            <a:avLst/>
          </a:prstGeom>
        </p:spPr>
      </p:pic>
    </p:spTree>
    <p:extLst>
      <p:ext uri="{BB962C8B-B14F-4D97-AF65-F5344CB8AC3E}">
        <p14:creationId xmlns:p14="http://schemas.microsoft.com/office/powerpoint/2010/main" val="1894473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4"/>
            </a:pPr>
            <a:r>
              <a:rPr lang="en-US" b="1" dirty="0">
                <a:latin typeface="Times New Roman" panose="02020603050405020304" pitchFamily="18" charset="0"/>
                <a:cs typeface="Times New Roman" panose="02020603050405020304" pitchFamily="18" charset="0"/>
              </a:rPr>
              <a:t>L</a:t>
            </a:r>
            <a:r>
              <a:rPr lang="en-US" b="1" dirty="0" smtClean="0">
                <a:latin typeface="Times New Roman" panose="02020603050405020304" pitchFamily="18" charset="0"/>
                <a:cs typeface="Times New Roman" panose="02020603050405020304" pitchFamily="18" charset="0"/>
              </a:rPr>
              <a:t>ocating Applications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Two methods of locating applications. </a:t>
            </a:r>
            <a:endParaRPr lang="en-US" dirty="0" smtClean="0">
              <a:latin typeface="Times New Roman" panose="02020603050405020304" pitchFamily="18" charset="0"/>
              <a:cs typeface="Times New Roman" panose="02020603050405020304" pitchFamily="18" charset="0"/>
            </a:endParaRPr>
          </a:p>
          <a:p>
            <a:pPr marL="514350" indent="-514350">
              <a:buAutoNum type="arabicPeriod"/>
            </a:pP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the Start Menu or Search Bar to find </a:t>
            </a:r>
            <a:r>
              <a:rPr lang="en-US" dirty="0" smtClean="0">
                <a:latin typeface="Times New Roman" panose="02020603050405020304" pitchFamily="18" charset="0"/>
                <a:cs typeface="Times New Roman" panose="02020603050405020304" pitchFamily="18" charset="0"/>
              </a:rPr>
              <a:t>apps.</a:t>
            </a:r>
          </a:p>
          <a:p>
            <a:pPr marL="514350" indent="-514350">
              <a:buAutoNum type="arabicPeriod"/>
            </a:pPr>
            <a:r>
              <a:rPr lang="en-US" dirty="0" smtClean="0">
                <a:latin typeface="Times New Roman" panose="02020603050405020304" pitchFamily="18" charset="0"/>
                <a:cs typeface="Times New Roman" panose="02020603050405020304" pitchFamily="18" charset="0"/>
              </a:rPr>
              <a:t> Inside </a:t>
            </a:r>
            <a:r>
              <a:rPr lang="en-US" dirty="0">
                <a:latin typeface="Times New Roman" panose="02020603050405020304" pitchFamily="18" charset="0"/>
                <a:cs typeface="Times New Roman" panose="02020603050405020304" pitchFamily="18" charset="0"/>
              </a:rPr>
              <a:t>the start menu click the All-Apps list to show everything installed on the computer</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654685" y="6356350"/>
            <a:ext cx="3949702" cy="646331"/>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5.4: Windows 11 locating applications</a:t>
            </a:r>
          </a:p>
          <a:p>
            <a:r>
              <a:rPr lang="en-US" sz="1200" b="1" i="1" dirty="0">
                <a:latin typeface="Times New Roman" panose="02020603050405020304" pitchFamily="18" charset="0"/>
                <a:cs typeface="Times New Roman" panose="02020603050405020304" pitchFamily="18" charset="0"/>
              </a:rPr>
              <a:t/>
            </a:r>
            <a:br>
              <a:rPr lang="en-US" sz="1200" b="1" i="1" dirty="0">
                <a:latin typeface="Times New Roman" panose="02020603050405020304" pitchFamily="18" charset="0"/>
                <a:cs typeface="Times New Roman" panose="02020603050405020304" pitchFamily="18" charset="0"/>
              </a:rPr>
            </a:br>
            <a:endParaRPr lang="en-US" sz="1200" b="1" i="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90035" y="2533869"/>
            <a:ext cx="7298267" cy="3822481"/>
          </a:xfrm>
          <a:prstGeom prst="rect">
            <a:avLst/>
          </a:prstGeom>
        </p:spPr>
      </p:pic>
    </p:spTree>
    <p:extLst>
      <p:ext uri="{BB962C8B-B14F-4D97-AF65-F5344CB8AC3E}">
        <p14:creationId xmlns:p14="http://schemas.microsoft.com/office/powerpoint/2010/main" val="210563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5"/>
            </a:pPr>
            <a:r>
              <a:rPr lang="en-US" b="1" dirty="0" smtClean="0">
                <a:latin typeface="Times New Roman" panose="02020603050405020304" pitchFamily="18" charset="0"/>
                <a:cs typeface="Times New Roman" panose="02020603050405020304" pitchFamily="18" charset="0"/>
              </a:rPr>
              <a:t>File Management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File Explorer, which is the yellow folder icon on the taskbar, helps navigate drives, folders, and files. Open it via Start Menu or Windows + E. File Explorer helps you create folders, copy/move files using drag-and-drop or shortcuts (Ctrl + C / Ctrl + V). Quick Access shows frequently used folders.</a:t>
            </a:r>
          </a:p>
        </p:txBody>
      </p:sp>
      <p:sp>
        <p:nvSpPr>
          <p:cNvPr id="4" name="Footer Placeholder 3"/>
          <p:cNvSpPr>
            <a:spLocks noGrp="1"/>
          </p:cNvSpPr>
          <p:nvPr>
            <p:ph type="ftr" sz="quarter" idx="11"/>
          </p:nvPr>
        </p:nvSpPr>
        <p:spPr>
          <a:xfrm>
            <a:off x="8195733" y="6492875"/>
            <a:ext cx="4114800" cy="365125"/>
          </a:xfrm>
        </p:spPr>
        <p:txBody>
          <a:bodyPr/>
          <a:lstStyle/>
          <a:p>
            <a:r>
              <a:rPr lang="en-US" dirty="0" smtClean="0"/>
              <a:t>Prepared: by:  MS Odilia Tita</a:t>
            </a:r>
            <a:endParaRPr lang="en-AU" dirty="0"/>
          </a:p>
        </p:txBody>
      </p:sp>
      <p:sp>
        <p:nvSpPr>
          <p:cNvPr id="10" name="TextBox 9"/>
          <p:cNvSpPr txBox="1"/>
          <p:nvPr/>
        </p:nvSpPr>
        <p:spPr>
          <a:xfrm>
            <a:off x="4080933" y="6398438"/>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5.5: Windows 11 File Explorer</a:t>
            </a: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4168775" y="2742777"/>
            <a:ext cx="5937250" cy="3613573"/>
          </a:xfrm>
          <a:prstGeom prst="rect">
            <a:avLst/>
          </a:prstGeom>
        </p:spPr>
      </p:pic>
    </p:spTree>
    <p:extLst>
      <p:ext uri="{BB962C8B-B14F-4D97-AF65-F5344CB8AC3E}">
        <p14:creationId xmlns:p14="http://schemas.microsoft.com/office/powerpoint/2010/main" val="259290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6"/>
            </a:pPr>
            <a:r>
              <a:rPr lang="en-US" b="1" dirty="0" smtClean="0">
                <a:latin typeface="Times New Roman" panose="02020603050405020304" pitchFamily="18" charset="0"/>
                <a:cs typeface="Times New Roman" panose="02020603050405020304" pitchFamily="18" charset="0"/>
              </a:rPr>
              <a:t>How do I log into Windows 11?</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Windows 11 supports Password, PIN, and Windows Hello (facial recognition or fingerprint). As shown in figure below, type your username and password in the fields then click the login button or hit enter on your keyboard to access your computer.</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652356" y="6400412"/>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5.6: Windows 11 Login Screen</a:t>
            </a:r>
          </a:p>
        </p:txBody>
      </p:sp>
      <p:pic>
        <p:nvPicPr>
          <p:cNvPr id="8" name="Picture 7"/>
          <p:cNvPicPr/>
          <p:nvPr/>
        </p:nvPicPr>
        <p:blipFill rotWithShape="1">
          <a:blip r:embed="rId2">
            <a:extLst>
              <a:ext uri="{28A0092B-C50C-407E-A947-70E740481C1C}">
                <a14:useLocalDpi xmlns:a14="http://schemas.microsoft.com/office/drawing/2010/main" val="0"/>
              </a:ext>
            </a:extLst>
          </a:blip>
          <a:srcRect l="6288" t="6419"/>
          <a:stretch>
            <a:fillRect/>
          </a:stretch>
        </p:blipFill>
        <p:spPr bwMode="auto">
          <a:xfrm>
            <a:off x="652356" y="2709334"/>
            <a:ext cx="5875020" cy="364701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30456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7"/>
            </a:pPr>
            <a:r>
              <a:rPr lang="en-US" b="1" dirty="0" smtClean="0">
                <a:latin typeface="Times New Roman" panose="02020603050405020304" pitchFamily="18" charset="0"/>
                <a:cs typeface="Times New Roman" panose="02020603050405020304" pitchFamily="18" charset="0"/>
              </a:rPr>
              <a:t>How to Shutdown Windows 11?</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Click Start / Power button to access Shut down, Restart, and Sleep options. </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1816098" y="5958172"/>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5.7: Windows 11 Shutdown options</a:t>
            </a:r>
          </a:p>
        </p:txBody>
      </p:sp>
      <p:pic>
        <p:nvPicPr>
          <p:cNvPr id="7" name="Picture 6"/>
          <p:cNvPicPr/>
          <p:nvPr/>
        </p:nvPicPr>
        <p:blipFill rotWithShape="1">
          <a:blip r:embed="rId2" cstate="print">
            <a:extLst>
              <a:ext uri="{28A0092B-C50C-407E-A947-70E740481C1C}">
                <a14:useLocalDpi xmlns:a14="http://schemas.microsoft.com/office/drawing/2010/main" val="0"/>
              </a:ext>
            </a:extLst>
          </a:blip>
          <a:srcRect l="22979" t="18470" r="-12"/>
          <a:stretch>
            <a:fillRect/>
          </a:stretch>
        </p:blipFill>
        <p:spPr bwMode="auto">
          <a:xfrm>
            <a:off x="1888067" y="1540933"/>
            <a:ext cx="7282603" cy="4445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09946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8"/>
            </a:pPr>
            <a:r>
              <a:rPr lang="en-US" b="1" dirty="0" smtClean="0">
                <a:latin typeface="Times New Roman" panose="02020603050405020304" pitchFamily="18" charset="0"/>
                <a:cs typeface="Times New Roman" panose="02020603050405020304" pitchFamily="18" charset="0"/>
              </a:rPr>
              <a:t>Starting a Microsoft 365 Application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3933" y="1074367"/>
            <a:ext cx="11904133" cy="2077508"/>
          </a:xfrm>
        </p:spPr>
        <p:txBody>
          <a:bodyPr/>
          <a:lstStyle/>
          <a:p>
            <a:pPr marL="0" indent="0">
              <a:buNone/>
            </a:pPr>
            <a:r>
              <a:rPr lang="en-US" dirty="0">
                <a:latin typeface="Times New Roman" panose="02020603050405020304" pitchFamily="18" charset="0"/>
                <a:cs typeface="Times New Roman" panose="02020603050405020304" pitchFamily="18" charset="0"/>
              </a:rPr>
              <a:t>For all Microsoft 365 applications such as Word, PowerPoint, Excel or Outlook the user must first launch it by opening the specific application on their computer.</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155366" y="6033184"/>
            <a:ext cx="4924634"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a:t>
            </a:r>
            <a:r>
              <a:rPr lang="en-US" sz="1200" b="1" i="1" dirty="0" smtClean="0">
                <a:latin typeface="Times New Roman" panose="02020603050405020304" pitchFamily="18" charset="0"/>
                <a:cs typeface="Times New Roman" panose="02020603050405020304" pitchFamily="18" charset="0"/>
              </a:rPr>
              <a:t>5.8: shows how to start the Microsoft 365 Application</a:t>
            </a:r>
            <a:endParaRPr lang="en-US" sz="1200" b="1" i="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155366" y="2283212"/>
            <a:ext cx="4364355" cy="3651921"/>
          </a:xfrm>
          <a:prstGeom prst="rect">
            <a:avLst/>
          </a:prstGeom>
        </p:spPr>
      </p:pic>
      <p:pic>
        <p:nvPicPr>
          <p:cNvPr id="9" name="Picture 8"/>
          <p:cNvPicPr/>
          <p:nvPr/>
        </p:nvPicPr>
        <p:blipFill>
          <a:blip r:embed="rId3" cstate="print">
            <a:extLst>
              <a:ext uri="{28A0092B-C50C-407E-A947-70E740481C1C}">
                <a14:useLocalDpi xmlns:a14="http://schemas.microsoft.com/office/drawing/2010/main" val="0"/>
              </a:ext>
            </a:extLst>
          </a:blip>
          <a:stretch>
            <a:fillRect/>
          </a:stretch>
        </p:blipFill>
        <p:spPr>
          <a:xfrm>
            <a:off x="8263467" y="3080067"/>
            <a:ext cx="3906099" cy="3458845"/>
          </a:xfrm>
          <a:prstGeom prst="rect">
            <a:avLst/>
          </a:prstGeom>
        </p:spPr>
      </p:pic>
      <p:sp>
        <p:nvSpPr>
          <p:cNvPr id="11" name="Content Placeholder 2"/>
          <p:cNvSpPr txBox="1">
            <a:spLocks/>
          </p:cNvSpPr>
          <p:nvPr/>
        </p:nvSpPr>
        <p:spPr>
          <a:xfrm>
            <a:off x="4519721" y="2283212"/>
            <a:ext cx="3743746" cy="207750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cs typeface="Times New Roman" panose="02020603050405020304" pitchFamily="18" charset="0"/>
              </a:rPr>
              <a:t>For example, to open Word office application Users must click on </a:t>
            </a:r>
            <a:r>
              <a:rPr lang="en-US" b="1" dirty="0">
                <a:latin typeface="Times New Roman" panose="02020603050405020304" pitchFamily="18" charset="0"/>
                <a:cs typeface="Times New Roman" panose="02020603050405020304" pitchFamily="18" charset="0"/>
              </a:rPr>
              <a:t>Start</a:t>
            </a:r>
            <a:r>
              <a:rPr lang="en-US" b="1" i="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Menu</a:t>
            </a:r>
            <a:r>
              <a:rPr lang="en-US" dirty="0">
                <a:latin typeface="Times New Roman" panose="02020603050405020304" pitchFamily="18" charset="0"/>
                <a:cs typeface="Times New Roman" panose="02020603050405020304" pitchFamily="18" charset="0"/>
              </a:rPr>
              <a:t> on the Task bar, then click on All Programs to display applications, and click </a:t>
            </a:r>
            <a:r>
              <a:rPr lang="en-US" dirty="0" smtClean="0">
                <a:latin typeface="Times New Roman" panose="02020603050405020304" pitchFamily="18" charset="0"/>
                <a:cs typeface="Times New Roman" panose="02020603050405020304" pitchFamily="18" charset="0"/>
              </a:rPr>
              <a:t>on Word.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2202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9"/>
            </a:pPr>
            <a:r>
              <a:rPr lang="en-US" b="1" dirty="0" smtClean="0">
                <a:latin typeface="Times New Roman" panose="02020603050405020304" pitchFamily="18" charset="0"/>
                <a:cs typeface="Times New Roman" panose="02020603050405020304" pitchFamily="18" charset="0"/>
              </a:rPr>
              <a:t>Using the file menu/back view</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a:latin typeface="Times New Roman" panose="02020603050405020304" pitchFamily="18" charset="0"/>
                <a:cs typeface="Times New Roman" panose="02020603050405020304" pitchFamily="18" charset="0"/>
              </a:rPr>
              <a:t>The File Menu displays backstage view which shows list of frequently used menus like </a:t>
            </a:r>
            <a:r>
              <a:rPr lang="en-US" b="1" dirty="0">
                <a:latin typeface="Times New Roman" panose="02020603050405020304" pitchFamily="18" charset="0"/>
                <a:cs typeface="Times New Roman" panose="02020603050405020304" pitchFamily="18" charset="0"/>
              </a:rPr>
              <a:t>home,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new, open, info, save, save as, print, share, export, close, account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options.</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688552" y="6229598"/>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5.9: Word 365 Backstage view</a:t>
            </a:r>
          </a:p>
        </p:txBody>
      </p:sp>
      <p:pic>
        <p:nvPicPr>
          <p:cNvPr id="8" name="Picture 7"/>
          <p:cNvPicPr/>
          <p:nvPr/>
        </p:nvPicPr>
        <p:blipFill>
          <a:blip r:embed="rId2"/>
          <a:stretch>
            <a:fillRect/>
          </a:stretch>
        </p:blipFill>
        <p:spPr>
          <a:xfrm>
            <a:off x="688552" y="2284553"/>
            <a:ext cx="5943600" cy="3840410"/>
          </a:xfrm>
          <a:prstGeom prst="rect">
            <a:avLst/>
          </a:prstGeom>
        </p:spPr>
      </p:pic>
    </p:spTree>
    <p:extLst>
      <p:ext uri="{BB962C8B-B14F-4D97-AF65-F5344CB8AC3E}">
        <p14:creationId xmlns:p14="http://schemas.microsoft.com/office/powerpoint/2010/main" val="504880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10"/>
            </a:pPr>
            <a:r>
              <a:rPr lang="en-US" dirty="0" smtClean="0">
                <a:latin typeface="Times New Roman" panose="02020603050405020304" pitchFamily="18" charset="0"/>
                <a:cs typeface="Times New Roman" panose="02020603050405020304" pitchFamily="18" charset="0"/>
              </a:rPr>
              <a:t>Using the context menu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lstStyle/>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context menu is displayed when the user right-clicks on an item in Windows. It displays list of items on a selected file or an object. It is also referred to as </a:t>
            </a:r>
            <a:r>
              <a:rPr lang="en-US" b="1" dirty="0">
                <a:latin typeface="Times New Roman" panose="02020603050405020304" pitchFamily="18" charset="0"/>
                <a:cs typeface="Times New Roman" panose="02020603050405020304" pitchFamily="18" charset="0"/>
              </a:rPr>
              <a:t>short-cut menus</a:t>
            </a:r>
            <a:r>
              <a:rPr lang="en-US" b="1" i="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2439034" y="6163732"/>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5.10: Examples of context menus</a:t>
            </a:r>
          </a:p>
        </p:txBody>
      </p:sp>
      <p:pic>
        <p:nvPicPr>
          <p:cNvPr id="7" name="Picture 6"/>
          <p:cNvPicPr/>
          <p:nvPr/>
        </p:nvPicPr>
        <p:blipFill>
          <a:blip r:embed="rId2" cstate="screen">
            <a:extLst>
              <a:ext uri="{28A0092B-C50C-407E-A947-70E740481C1C}">
                <a14:useLocalDpi xmlns:a14="http://schemas.microsoft.com/office/drawing/2010/main"/>
              </a:ext>
            </a:extLst>
          </a:blip>
          <a:stretch>
            <a:fillRect/>
          </a:stretch>
        </p:blipFill>
        <p:spPr>
          <a:xfrm>
            <a:off x="601662" y="2534073"/>
            <a:ext cx="3812223" cy="3629659"/>
          </a:xfrm>
          <a:prstGeom prst="rect">
            <a:avLst/>
          </a:prstGeom>
        </p:spPr>
      </p:pic>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4546600" y="2650384"/>
            <a:ext cx="4021667" cy="3513347"/>
          </a:xfrm>
          <a:prstGeom prst="rect">
            <a:avLst/>
          </a:prstGeom>
        </p:spPr>
      </p:pic>
    </p:spTree>
    <p:extLst>
      <p:ext uri="{BB962C8B-B14F-4D97-AF65-F5344CB8AC3E}">
        <p14:creationId xmlns:p14="http://schemas.microsoft.com/office/powerpoint/2010/main" val="4022409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11"/>
            </a:pPr>
            <a:r>
              <a:rPr lang="en-US" b="1" dirty="0" smtClean="0">
                <a:latin typeface="Times New Roman" panose="02020603050405020304" pitchFamily="18" charset="0"/>
                <a:cs typeface="Times New Roman" panose="02020603050405020304" pitchFamily="18" charset="0"/>
              </a:rPr>
              <a:t>Using the Mini Tool bar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02242"/>
            <a:ext cx="10515600" cy="2077508"/>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Mini Tool bar adds functionality to your word processing especially when formatting your document. It is a version of all the commands found in Font group. The mini tool bar appears when user highlights a text or right click text. It makes it convenient for a user to apply formatting features without having to drag mouse over to the ribbon to select commands on Font group. The user can turn the mini tool bar off by clicking </a:t>
            </a:r>
            <a:r>
              <a:rPr lang="en-US" b="1" dirty="0">
                <a:latin typeface="Times New Roman" panose="02020603050405020304" pitchFamily="18" charset="0"/>
                <a:cs typeface="Times New Roman" panose="02020603050405020304" pitchFamily="18" charset="0"/>
              </a:rPr>
              <a:t>File</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Options</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General</a:t>
            </a:r>
            <a:r>
              <a:rPr lang="en-US" dirty="0">
                <a:latin typeface="Times New Roman" panose="02020603050405020304" pitchFamily="18" charset="0"/>
                <a:cs typeface="Times New Roman" panose="02020603050405020304" pitchFamily="18" charset="0"/>
              </a:rPr>
              <a:t>. Clear the </a:t>
            </a:r>
            <a:r>
              <a:rPr lang="en-US" b="1" dirty="0">
                <a:latin typeface="Times New Roman" panose="02020603050405020304" pitchFamily="18" charset="0"/>
                <a:cs typeface="Times New Roman" panose="02020603050405020304" pitchFamily="18" charset="0"/>
              </a:rPr>
              <a:t>Show Mini Toolbar on selection</a:t>
            </a:r>
            <a:r>
              <a:rPr lang="en-US" dirty="0">
                <a:latin typeface="Times New Roman" panose="02020603050405020304" pitchFamily="18" charset="0"/>
                <a:cs typeface="Times New Roman" panose="02020603050405020304" pitchFamily="18" charset="0"/>
              </a:rPr>
              <a:t> check box. Click </a:t>
            </a:r>
            <a:r>
              <a:rPr lang="en-US" b="1" dirty="0">
                <a:latin typeface="Times New Roman" panose="02020603050405020304" pitchFamily="18" charset="0"/>
                <a:cs typeface="Times New Roman" panose="02020603050405020304" pitchFamily="18" charset="0"/>
              </a:rPr>
              <a:t>OK</a:t>
            </a:r>
            <a:r>
              <a:rPr lang="en-US" dirty="0">
                <a:latin typeface="Times New Roman" panose="02020603050405020304" pitchFamily="18" charset="0"/>
                <a:cs typeface="Times New Roman" panose="02020603050405020304" pitchFamily="18" charset="0"/>
              </a:rPr>
              <a:t>.</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711729" y="4602163"/>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5.11: Mini toolbar</a:t>
            </a:r>
          </a:p>
        </p:txBody>
      </p:sp>
      <p:pic>
        <p:nvPicPr>
          <p:cNvPr id="8" name="Picture 7"/>
          <p:cNvPicPr/>
          <p:nvPr/>
        </p:nvPicPr>
        <p:blipFill rotWithShape="1">
          <a:blip r:embed="rId2" cstate="email">
            <a:extLst>
              <a:ext uri="{28A0092B-C50C-407E-A947-70E740481C1C}">
                <a14:useLocalDpi xmlns:a14="http://schemas.microsoft.com/office/drawing/2010/main"/>
              </a:ext>
            </a:extLst>
          </a:blip>
          <a:srcRect/>
          <a:stretch>
            <a:fillRect/>
          </a:stretch>
        </p:blipFill>
        <p:spPr bwMode="auto">
          <a:xfrm>
            <a:off x="711729" y="3475567"/>
            <a:ext cx="4180525" cy="100224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53848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1325563"/>
          </a:xfrm>
        </p:spPr>
        <p:txBody>
          <a:bodyPr/>
          <a:lstStyle/>
          <a:p>
            <a:pPr marL="857250" indent="-857250">
              <a:buFont typeface="+mj-lt"/>
              <a:buAutoNum type="alphaLcPeriod" startAt="12"/>
            </a:pPr>
            <a:r>
              <a:rPr lang="en-US" b="1" dirty="0" smtClean="0">
                <a:latin typeface="Times New Roman" panose="02020603050405020304" pitchFamily="18" charset="0"/>
                <a:cs typeface="Times New Roman" panose="02020603050405020304" pitchFamily="18" charset="0"/>
              </a:rPr>
              <a:t>Using Office Help</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3266" y="1063625"/>
            <a:ext cx="10515600" cy="2077508"/>
          </a:xfrm>
        </p:spPr>
        <p:txBody>
          <a:bodyPr>
            <a:normAutofit fontScale="85000" lnSpcReduction="20000"/>
          </a:bodyPr>
          <a:lstStyle/>
          <a:p>
            <a:r>
              <a:rPr lang="en-US" dirty="0" smtClean="0">
                <a:latin typeface="Times New Roman" panose="02020603050405020304" pitchFamily="18" charset="0"/>
                <a:cs typeface="Times New Roman" panose="02020603050405020304" pitchFamily="18" charset="0"/>
              </a:rPr>
              <a:t>Office </a:t>
            </a:r>
            <a:r>
              <a:rPr lang="en-US" dirty="0">
                <a:latin typeface="Times New Roman" panose="02020603050405020304" pitchFamily="18" charset="0"/>
                <a:cs typeface="Times New Roman" panose="02020603050405020304" pitchFamily="18" charset="0"/>
              </a:rPr>
              <a:t>Help is an important feature that provides many related word topics that a user may find very helpful. It functions like web browser window where the user simply clicks on a topic that has a link and it opens displaying more additional related information. The user can also type a topic in a search for text box to display more content of a topic. Users can also press F1 function key to open the Help window</a:t>
            </a:r>
            <a:r>
              <a:rPr lang="en-US" i="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Type word related topics in the search for text box, for example, type Page break and it will display topics related to Page break as shown below.</a:t>
            </a: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
        <p:nvSpPr>
          <p:cNvPr id="10" name="TextBox 9"/>
          <p:cNvSpPr txBox="1"/>
          <p:nvPr/>
        </p:nvSpPr>
        <p:spPr>
          <a:xfrm>
            <a:off x="739352" y="6356350"/>
            <a:ext cx="3949702" cy="276999"/>
          </a:xfrm>
          <a:prstGeom prst="rect">
            <a:avLst/>
          </a:prstGeom>
          <a:noFill/>
        </p:spPr>
        <p:txBody>
          <a:bodyPr wrap="square" rtlCol="0">
            <a:spAutoFit/>
          </a:bodyPr>
          <a:lstStyle/>
          <a:p>
            <a:r>
              <a:rPr lang="en-US" sz="1200" b="1" i="1" dirty="0">
                <a:latin typeface="Times New Roman" panose="02020603050405020304" pitchFamily="18" charset="0"/>
                <a:cs typeface="Times New Roman" panose="02020603050405020304" pitchFamily="18" charset="0"/>
              </a:rPr>
              <a:t>Figure 5.12: Word 365 Help feature</a:t>
            </a: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677334" y="2978428"/>
            <a:ext cx="3623733" cy="3289796"/>
          </a:xfrm>
          <a:prstGeom prst="rect">
            <a:avLst/>
          </a:prstGeom>
        </p:spPr>
      </p:pic>
    </p:spTree>
    <p:extLst>
      <p:ext uri="{BB962C8B-B14F-4D97-AF65-F5344CB8AC3E}">
        <p14:creationId xmlns:p14="http://schemas.microsoft.com/office/powerpoint/2010/main" val="2557400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3413"/>
          </a:xfrm>
        </p:spPr>
        <p:txBody>
          <a:bodyPr>
            <a:normAutofit fontScale="90000"/>
          </a:bodyPr>
          <a:lstStyle/>
          <a:p>
            <a:r>
              <a:rPr lang="en-US" b="1" dirty="0">
                <a:latin typeface="Times New Roman" panose="02020603050405020304" pitchFamily="18" charset="0"/>
                <a:cs typeface="Times New Roman" panose="02020603050405020304" pitchFamily="18" charset="0"/>
              </a:rPr>
              <a:t>Review Activities: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800" y="931333"/>
            <a:ext cx="12090400" cy="5425017"/>
          </a:xfrm>
        </p:spPr>
        <p:txBody>
          <a:bodyPr>
            <a:normAutofit fontScale="55000" lnSpcReduction="20000"/>
          </a:bodyPr>
          <a:lstStyle/>
          <a:p>
            <a:pPr lvl="0"/>
            <a:r>
              <a:rPr lang="en-US" sz="3600" dirty="0">
                <a:latin typeface="Times New Roman" panose="02020603050405020304" pitchFamily="18" charset="0"/>
                <a:cs typeface="Times New Roman" panose="02020603050405020304" pitchFamily="18" charset="0"/>
              </a:rPr>
              <a:t>There are different ways to open Microsoft Word documents. Write the steps for each one of them.</a:t>
            </a:r>
          </a:p>
          <a:p>
            <a:pPr lvl="0"/>
            <a:r>
              <a:rPr lang="en-US" sz="3600" dirty="0">
                <a:latin typeface="Times New Roman" panose="02020603050405020304" pitchFamily="18" charset="0"/>
                <a:cs typeface="Times New Roman" panose="02020603050405020304" pitchFamily="18" charset="0"/>
              </a:rPr>
              <a:t>What is the mini toolbar?</a:t>
            </a:r>
          </a:p>
          <a:p>
            <a:pPr lvl="0"/>
            <a:r>
              <a:rPr lang="en-US" sz="3600" dirty="0">
                <a:latin typeface="Times New Roman" panose="02020603050405020304" pitchFamily="18" charset="0"/>
                <a:cs typeface="Times New Roman" panose="02020603050405020304" pitchFamily="18" charset="0"/>
              </a:rPr>
              <a:t>Explain the function of Word Help feature.</a:t>
            </a:r>
          </a:p>
          <a:p>
            <a:pPr lvl="0"/>
            <a:r>
              <a:rPr lang="en-US" sz="3600" dirty="0">
                <a:latin typeface="Times New Roman" panose="02020603050405020304" pitchFamily="18" charset="0"/>
                <a:cs typeface="Times New Roman" panose="02020603050405020304" pitchFamily="18" charset="0"/>
              </a:rPr>
              <a:t>What are the main components of the Windows 11 desktop interface?</a:t>
            </a:r>
          </a:p>
          <a:p>
            <a:pPr lvl="0"/>
            <a:r>
              <a:rPr lang="en-US" sz="3600" dirty="0">
                <a:latin typeface="Times New Roman" panose="02020603050405020304" pitchFamily="18" charset="0"/>
                <a:cs typeface="Times New Roman" panose="02020603050405020304" pitchFamily="18" charset="0"/>
              </a:rPr>
              <a:t>How do you open the Start Menu and search for an application in Windows 11?.</a:t>
            </a:r>
          </a:p>
          <a:p>
            <a:pPr lvl="0"/>
            <a:r>
              <a:rPr lang="en-US" sz="3600" dirty="0">
                <a:latin typeface="Times New Roman" panose="02020603050405020304" pitchFamily="18" charset="0"/>
                <a:cs typeface="Times New Roman" panose="02020603050405020304" pitchFamily="18" charset="0"/>
              </a:rPr>
              <a:t>Which shortcut opens File Explorer in Windows 11?</a:t>
            </a:r>
          </a:p>
          <a:p>
            <a:pPr lvl="0"/>
            <a:r>
              <a:rPr lang="en-US" sz="3600" dirty="0">
                <a:latin typeface="Times New Roman" panose="02020603050405020304" pitchFamily="18" charset="0"/>
                <a:cs typeface="Times New Roman" panose="02020603050405020304" pitchFamily="18" charset="0"/>
              </a:rPr>
              <a:t>Describe two actions you can perform in File Explorer to manage files.</a:t>
            </a:r>
          </a:p>
          <a:p>
            <a:pPr lvl="0"/>
            <a:r>
              <a:rPr lang="en-US" sz="3600" dirty="0">
                <a:latin typeface="Times New Roman" panose="02020603050405020304" pitchFamily="18" charset="0"/>
                <a:cs typeface="Times New Roman" panose="02020603050405020304" pitchFamily="18" charset="0"/>
              </a:rPr>
              <a:t>How do you locate Microsoft Word and open it in Windows 11?</a:t>
            </a:r>
          </a:p>
          <a:p>
            <a:pPr lvl="0"/>
            <a:r>
              <a:rPr lang="en-US" sz="3600" dirty="0">
                <a:latin typeface="Times New Roman" panose="02020603050405020304" pitchFamily="18" charset="0"/>
                <a:cs typeface="Times New Roman" panose="02020603050405020304" pitchFamily="18" charset="0"/>
              </a:rPr>
              <a:t>What are the steps to shut down your computer safely in Windows 11?</a:t>
            </a:r>
          </a:p>
          <a:p>
            <a:pPr lvl="0"/>
            <a:r>
              <a:rPr lang="en-US" sz="3600" dirty="0">
                <a:latin typeface="Times New Roman" panose="02020603050405020304" pitchFamily="18" charset="0"/>
                <a:cs typeface="Times New Roman" panose="02020603050405020304" pitchFamily="18" charset="0"/>
              </a:rPr>
              <a:t>Which keyboard shortcut opens the Start Menu?</a:t>
            </a:r>
          </a:p>
          <a:p>
            <a:pPr lvl="0"/>
            <a:r>
              <a:rPr lang="en-US" sz="3600" dirty="0">
                <a:latin typeface="Times New Roman" panose="02020603050405020304" pitchFamily="18" charset="0"/>
                <a:cs typeface="Times New Roman" panose="02020603050405020304" pitchFamily="18" charset="0"/>
              </a:rPr>
              <a:t>What is the shortcut to open File Explorer?</a:t>
            </a:r>
          </a:p>
          <a:p>
            <a:pPr lvl="0"/>
            <a:r>
              <a:rPr lang="en-US" sz="3600" dirty="0">
                <a:latin typeface="Times New Roman" panose="02020603050405020304" pitchFamily="18" charset="0"/>
                <a:cs typeface="Times New Roman" panose="02020603050405020304" pitchFamily="18" charset="0"/>
              </a:rPr>
              <a:t>Which shortcut locks your computer screen?</a:t>
            </a:r>
          </a:p>
          <a:p>
            <a:pPr lvl="0"/>
            <a:r>
              <a:rPr lang="en-US" sz="3600" dirty="0">
                <a:latin typeface="Times New Roman" panose="02020603050405020304" pitchFamily="18" charset="0"/>
                <a:cs typeface="Times New Roman" panose="02020603050405020304" pitchFamily="18" charset="0"/>
              </a:rPr>
              <a:t>How do you quickly open the Settings app using a shortcut?</a:t>
            </a:r>
          </a:p>
          <a:p>
            <a:pPr lvl="0"/>
            <a:r>
              <a:rPr lang="en-US" sz="3600" dirty="0">
                <a:latin typeface="Times New Roman" panose="02020603050405020304" pitchFamily="18" charset="0"/>
                <a:cs typeface="Times New Roman" panose="02020603050405020304" pitchFamily="18" charset="0"/>
              </a:rPr>
              <a:t>What is the shortcut to minimize all open windows?</a:t>
            </a:r>
          </a:p>
          <a:p>
            <a:pPr lvl="0"/>
            <a:r>
              <a:rPr lang="en-US" sz="3600" dirty="0">
                <a:latin typeface="Times New Roman" panose="02020603050405020304" pitchFamily="18" charset="0"/>
                <a:cs typeface="Times New Roman" panose="02020603050405020304" pitchFamily="18" charset="0"/>
              </a:rPr>
              <a:t>Which shortcut opens Task View to manage virtual desktops?</a:t>
            </a:r>
          </a:p>
          <a:p>
            <a:pPr marL="0" indent="0">
              <a:buNone/>
            </a:pPr>
            <a:endParaRPr lang="en-US" sz="3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2915218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3413"/>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	Practical Exercises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14702" y="931333"/>
            <a:ext cx="12090400" cy="5425017"/>
          </a:xfrm>
        </p:spPr>
        <p:txBody>
          <a:bodyPr>
            <a:normAutofit/>
          </a:bodyPr>
          <a:lstStyle/>
          <a:p>
            <a:pPr>
              <a:buFont typeface="Wingdings" panose="05000000000000000000" pitchFamily="2" charset="2"/>
              <a:buChar char="Ø"/>
            </a:pPr>
            <a:r>
              <a:rPr lang="en-US" sz="3400" dirty="0" smtClean="0">
                <a:latin typeface="Times New Roman" panose="02020603050405020304" pitchFamily="18" charset="0"/>
                <a:cs typeface="Times New Roman" panose="02020603050405020304" pitchFamily="18" charset="0"/>
              </a:rPr>
              <a:t>Read through the lecture and login to </a:t>
            </a:r>
            <a:r>
              <a:rPr lang="en-US" sz="3400" smtClean="0">
                <a:latin typeface="Times New Roman" panose="02020603050405020304" pitchFamily="18" charset="0"/>
                <a:cs typeface="Times New Roman" panose="02020603050405020304" pitchFamily="18" charset="0"/>
              </a:rPr>
              <a:t>computer and </a:t>
            </a:r>
            <a:r>
              <a:rPr lang="en-US" sz="3400" dirty="0" smtClean="0">
                <a:latin typeface="Times New Roman" panose="02020603050405020304" pitchFamily="18" charset="0"/>
                <a:cs typeface="Times New Roman" panose="02020603050405020304" pitchFamily="18" charset="0"/>
              </a:rPr>
              <a:t>get started with Windows and Microsoft 365</a:t>
            </a:r>
            <a:endParaRPr lang="en-US" sz="3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Prepared: by:  MS Odilia Tita</a:t>
            </a:r>
            <a:endParaRPr lang="en-AU" dirty="0"/>
          </a:p>
        </p:txBody>
      </p:sp>
    </p:spTree>
    <p:extLst>
      <p:ext uri="{BB962C8B-B14F-4D97-AF65-F5344CB8AC3E}">
        <p14:creationId xmlns:p14="http://schemas.microsoft.com/office/powerpoint/2010/main" val="12025875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77800" y="1690688"/>
            <a:ext cx="10515600" cy="4351338"/>
          </a:xfrm>
        </p:spPr>
        <p:txBody>
          <a:bodyPr>
            <a:normAutofit/>
          </a:bodyPr>
          <a:lstStyle/>
          <a:p>
            <a:pPr marL="0" indent="0">
              <a:buNone/>
            </a:pPr>
            <a:r>
              <a:rPr lang="en-US" sz="6000" dirty="0" smtClean="0">
                <a:latin typeface="French Script MT" panose="03020402040607040605" pitchFamily="66" charset="0"/>
              </a:rPr>
              <a:t>      </a:t>
            </a:r>
          </a:p>
          <a:p>
            <a:pPr marL="0" indent="0">
              <a:buNone/>
            </a:pPr>
            <a:endParaRPr lang="en-US" sz="6000" dirty="0">
              <a:latin typeface="French Script MT" panose="03020402040607040605" pitchFamily="66" charset="0"/>
            </a:endParaRPr>
          </a:p>
          <a:p>
            <a:pPr marL="0" indent="0">
              <a:buNone/>
            </a:pPr>
            <a:r>
              <a:rPr lang="en-US" sz="8000" dirty="0" smtClean="0">
                <a:latin typeface="French Script MT" panose="03020402040607040605" pitchFamily="66" charset="0"/>
              </a:rPr>
              <a:t>                 Thank you !!</a:t>
            </a:r>
            <a:endParaRPr lang="en-US" sz="8000" dirty="0">
              <a:latin typeface="French Script MT" panose="03020402040607040605" pitchFamily="66" charset="0"/>
            </a:endParaRPr>
          </a:p>
        </p:txBody>
      </p:sp>
      <p:sp>
        <p:nvSpPr>
          <p:cNvPr id="4" name="Footer Placeholder 3"/>
          <p:cNvSpPr>
            <a:spLocks noGrp="1"/>
          </p:cNvSpPr>
          <p:nvPr>
            <p:ph type="ftr" sz="quarter" idx="11"/>
          </p:nvPr>
        </p:nvSpPr>
        <p:spPr>
          <a:xfrm>
            <a:off x="-1101812" y="6587010"/>
            <a:ext cx="4114800" cy="365125"/>
          </a:xfrm>
        </p:spPr>
        <p:txBody>
          <a:bodyPr/>
          <a:lstStyle/>
          <a:p>
            <a:r>
              <a:rPr lang="en-US" sz="600" smtClean="0">
                <a:latin typeface="Comic Sans MS" panose="030F0702030302020204" pitchFamily="66" charset="0"/>
              </a:rPr>
              <a:t>Prepared: by:  MS Odilia Tita</a:t>
            </a:r>
            <a:endParaRPr lang="en-AU" sz="600" dirty="0">
              <a:latin typeface="Comic Sans MS" panose="030F0702030302020204" pitchFamily="66" charset="0"/>
            </a:endParaRPr>
          </a:p>
        </p:txBody>
      </p:sp>
    </p:spTree>
    <p:extLst>
      <p:ext uri="{BB962C8B-B14F-4D97-AF65-F5344CB8AC3E}">
        <p14:creationId xmlns:p14="http://schemas.microsoft.com/office/powerpoint/2010/main" val="3110934581"/>
      </p:ext>
    </p:extLst>
  </p:cSld>
  <p:clrMapOvr>
    <a:masterClrMapping/>
  </p:clrMapOvr>
  <p:timing>
    <p:tnLst>
      <p:par>
        <p:cTn id="1" dur="indefinite" restart="never" nodeType="tmRoot"/>
      </p:par>
    </p:tnLst>
  </p:timing>
</p:sld>
</file>

<file path=ppt/theme/theme1.xml><?xml version="1.0" encoding="utf-8"?>
<a:theme xmlns:a="http://schemas.openxmlformats.org/drawingml/2006/main" name="MyDefaultTheme_O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DefaultTheme_OT" id="{A1DEA3AA-A025-45F4-9648-B44B7A75B5E1}" vid="{A0818E3B-E25B-4294-BE3F-438B523D40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MyDefaultTheme_OT</Template>
  <TotalTime>2296</TotalTime>
  <Words>1186</Words>
  <Application>Microsoft Office PowerPoint</Application>
  <PresentationFormat>Widescreen</PresentationFormat>
  <Paragraphs>99</Paragraphs>
  <Slides>17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Comic Sans MS</vt:lpstr>
      <vt:lpstr>French Script MT</vt:lpstr>
      <vt:lpstr>Times New Roman</vt:lpstr>
      <vt:lpstr>Wingdings</vt:lpstr>
      <vt:lpstr>MyDefaultTheme_OT</vt:lpstr>
      <vt:lpstr>Getting Started with Windows &amp; Microsoft 365</vt:lpstr>
      <vt:lpstr>LEARNING OUTCOMES</vt:lpstr>
      <vt:lpstr>Desktop Interface</vt:lpstr>
      <vt:lpstr>Basic Navigation</vt:lpstr>
      <vt:lpstr>Finding Settings</vt:lpstr>
      <vt:lpstr>Locating Applications</vt:lpstr>
      <vt:lpstr>File Management</vt:lpstr>
      <vt:lpstr>How do I log into Windows 11?</vt:lpstr>
      <vt:lpstr>How to Shutdown Windows 11?</vt:lpstr>
      <vt:lpstr>Starting a Microsoft 365 Application</vt:lpstr>
      <vt:lpstr>Using the file menu/back view</vt:lpstr>
      <vt:lpstr>Using the context menu</vt:lpstr>
      <vt:lpstr>Using the Mini Tool bar</vt:lpstr>
      <vt:lpstr>Using Office Help</vt:lpstr>
      <vt:lpstr>Review Activities: </vt:lpstr>
      <vt:lpstr> Practical Exercises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EXPLORE MICROSOFT WORD 2013</dc:title>
  <dc:creator>varvaralucy@gmail.com</dc:creator>
  <cp:lastModifiedBy>Odilia Tita</cp:lastModifiedBy>
  <cp:revision>316</cp:revision>
  <dcterms:created xsi:type="dcterms:W3CDTF">2025-02-22T07:55:09Z</dcterms:created>
  <dcterms:modified xsi:type="dcterms:W3CDTF">2026-02-11T01:20:38Z</dcterms:modified>
</cp:coreProperties>
</file>